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D70CA3-3073-2D99-C5D0-261C26471803}" v="136" dt="2026-01-12T13:17:37.7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web page&#10;&#10;AI-generated content may be incorrect.">
            <a:extLst>
              <a:ext uri="{FF2B5EF4-FFF2-40B4-BE49-F238E27FC236}">
                <a16:creationId xmlns:a16="http://schemas.microsoft.com/office/drawing/2014/main" id="{CFDE05A6-F461-1D0C-2867-E326C696F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05" y="0"/>
            <a:ext cx="108823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2EF9B8E4-795D-7B1B-D82D-2EF4E04A7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9295"/>
            <a:ext cx="12192000" cy="4068613"/>
          </a:xfrm>
          <a:prstGeom prst="rect">
            <a:avLst/>
          </a:prstGeom>
        </p:spPr>
      </p:pic>
      <p:pic>
        <p:nvPicPr>
          <p:cNvPr id="6" name="Picture 5" descr="A close up of a logo&#10;&#10;AI-generated content may be incorrect.">
            <a:extLst>
              <a:ext uri="{FF2B5EF4-FFF2-40B4-BE49-F238E27FC236}">
                <a16:creationId xmlns:a16="http://schemas.microsoft.com/office/drawing/2014/main" id="{3930002C-B7D8-2336-DEB6-8A0A0CD22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" y="223116"/>
            <a:ext cx="9086850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830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35</cp:revision>
  <dcterms:created xsi:type="dcterms:W3CDTF">2026-01-12T13:04:35Z</dcterms:created>
  <dcterms:modified xsi:type="dcterms:W3CDTF">2026-01-12T13:18:09Z</dcterms:modified>
</cp:coreProperties>
</file>